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15"/>
  </p:notesMasterIdLst>
  <p:handoutMasterIdLst>
    <p:handoutMasterId r:id="rId16"/>
  </p:handoutMasterIdLst>
  <p:sldIdLst>
    <p:sldId id="256" r:id="rId5"/>
    <p:sldId id="257" r:id="rId6"/>
    <p:sldId id="258" r:id="rId7"/>
    <p:sldId id="285" r:id="rId8"/>
    <p:sldId id="292" r:id="rId9"/>
    <p:sldId id="293" r:id="rId10"/>
    <p:sldId id="280" r:id="rId11"/>
    <p:sldId id="281" r:id="rId12"/>
    <p:sldId id="282"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0704" autoAdjust="0"/>
  </p:normalViewPr>
  <p:slideViewPr>
    <p:cSldViewPr snapToGrid="0">
      <p:cViewPr varScale="1">
        <p:scale>
          <a:sx n="116" d="100"/>
          <a:sy n="116" d="100"/>
        </p:scale>
        <p:origin x="108" y="19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4/9/2024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4/9/2024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a:fillRect/>
          </a:stretch>
        </p:blipFill>
        <p:spPr>
          <a:xfrm>
            <a:off x="0" y="0"/>
            <a:ext cx="9488312" cy="505432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a:fillRect/>
          </a:stretch>
        </p:blipFill>
        <p:spPr>
          <a:xfrm>
            <a:off x="5488815" y="0"/>
            <a:ext cx="6703185" cy="6858000"/>
          </a:xfrm>
          <a:prstGeom prst="rect">
            <a:avLst/>
          </a:prstGeom>
        </p:spPr>
      </p:pic>
      <p:sp>
        <p:nvSpPr>
          <p:cNvPr id="2" name="Title 1"/>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1219200" cy="365125"/>
          </a:xfrm>
        </p:spPr>
        <p:txBody>
          <a:bodyPr/>
          <a:lstStyle>
            <a:lvl1pPr>
              <a:defRPr sz="900"/>
            </a:lvl1pPr>
          </a:lstStyle>
          <a:p>
            <a:r>
              <a:rPr lang="en-US" dirty="0"/>
              <a:t>20XX</a:t>
            </a:r>
          </a:p>
        </p:txBody>
      </p:sp>
      <p:sp>
        <p:nvSpPr>
          <p:cNvPr id="5" name="Footer Placeholder 4"/>
          <p:cNvSpPr>
            <a:spLocks noGrp="1"/>
          </p:cNvSpPr>
          <p:nvPr>
            <p:ph type="ftr" sz="quarter" idx="11"/>
          </p:nvPr>
        </p:nvSpPr>
        <p:spPr>
          <a:xfrm>
            <a:off x="2463800" y="6356350"/>
            <a:ext cx="3479800" cy="365125"/>
          </a:xfrm>
        </p:spPr>
        <p:txBody>
          <a:bodyPr/>
          <a:lstStyle>
            <a:lvl1pPr>
              <a:defRPr sz="900"/>
            </a:lvl1pPr>
          </a:lstStyle>
          <a:p>
            <a:r>
              <a:rPr lang="en-US" dirty="0"/>
              <a:t>PRESENTATION TITLE</a:t>
            </a:r>
          </a:p>
        </p:txBody>
      </p:sp>
      <p:sp>
        <p:nvSpPr>
          <p:cNvPr id="6" name="Slide Number Placeholder 5"/>
          <p:cNvSpPr>
            <a:spLocks noGrp="1"/>
          </p:cNvSpPr>
          <p:nvPr>
            <p:ph type="sldNum" sz="quarter" idx="12"/>
          </p:nvPr>
        </p:nvSpPr>
        <p:spPr/>
        <p:txBody>
          <a:bodyPr/>
          <a:lstStyle>
            <a:lvl1pPr>
              <a:defRPr sz="900"/>
            </a:lvl1pPr>
          </a:lstStyle>
          <a:p>
            <a:fld id="{A49DFD55-3C28-40EF-9E31-A92D2E4017FF}" type="slidenum">
              <a:rPr lang="en-US" smtClean="0"/>
              <a:t>‹#›</a:t>
            </a:fld>
            <a:endParaRPr lang="en-US" dirty="0"/>
          </a:p>
        </p:txBody>
      </p:sp>
      <p:grpSp>
        <p:nvGrpSpPr>
          <p:cNvPr id="7" name="Group 6"/>
          <p:cNvGrpSpPr/>
          <p:nvPr userDrawn="1"/>
        </p:nvGrpSpPr>
        <p:grpSpPr>
          <a:xfrm>
            <a:off x="6953250" y="-25401"/>
            <a:ext cx="5238750" cy="6902451"/>
            <a:chOff x="6953250" y="-25401"/>
            <a:chExt cx="5238750" cy="6902451"/>
          </a:xfrm>
        </p:grpSpPr>
        <p:cxnSp>
          <p:nvCxnSpPr>
            <p:cNvPr id="14" name="Straight Connector 13"/>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991350" y="2148840"/>
            <a:ext cx="4179570" cy="1715531"/>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p:cNvSpPr>
            <a:spLocks noGrp="1"/>
          </p:cNvSpPr>
          <p:nvPr>
            <p:ph type="subTitle" idx="1"/>
          </p:nvPr>
        </p:nvSpPr>
        <p:spPr>
          <a:xfrm>
            <a:off x="6991350" y="3962003"/>
            <a:ext cx="4179570" cy="365125"/>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Graphic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Date Placeholder 2"/>
          <p:cNvSpPr>
            <a:spLocks noGrp="1"/>
          </p:cNvSpPr>
          <p:nvPr>
            <p:ph type="dt" sz="half" idx="10"/>
          </p:nvPr>
        </p:nvSpPr>
        <p:spPr/>
        <p:txBody>
          <a:bodyPr/>
          <a:lstStyle>
            <a:lvl1pPr>
              <a:defRPr sz="900"/>
            </a:lvl1pPr>
          </a:lstStyle>
          <a:p>
            <a:r>
              <a:rPr lang="en-US" dirty="0"/>
              <a:t>20XX</a:t>
            </a:r>
          </a:p>
        </p:txBody>
      </p:sp>
      <p:sp>
        <p:nvSpPr>
          <p:cNvPr id="4" name="Footer Placeholder 3"/>
          <p:cNvSpPr>
            <a:spLocks noGrp="1"/>
          </p:cNvSpPr>
          <p:nvPr>
            <p:ph type="ftr" sz="quarter" idx="11"/>
          </p:nvPr>
        </p:nvSpPr>
        <p:spPr/>
        <p:txBody>
          <a:bodyPr/>
          <a:lstStyle>
            <a:lvl1pPr>
              <a:defRPr sz="900"/>
            </a:lvl1pPr>
          </a:lstStyle>
          <a:p>
            <a:r>
              <a:rPr lang="en-US" dirty="0"/>
              <a:t>PRESENTATION TITLE</a:t>
            </a:r>
          </a:p>
        </p:txBody>
      </p:sp>
      <p:sp>
        <p:nvSpPr>
          <p:cNvPr id="5" name="Slide Number Placeholder 4"/>
          <p:cNvSpPr>
            <a:spLocks noGrp="1"/>
          </p:cNvSpPr>
          <p:nvPr>
            <p:ph type="sldNum" sz="quarter" idx="12"/>
          </p:nvPr>
        </p:nvSpPr>
        <p:spPr/>
        <p:txBody>
          <a:bodyPr/>
          <a:lstStyle>
            <a:lvl1pPr>
              <a:defRPr sz="900"/>
            </a:lvl1pPr>
          </a:lstStyle>
          <a:p>
            <a:fld id="{A49DFD55-3C28-40EF-9E31-A92D2E4017FF}" type="slidenum">
              <a:rPr lang="en-US" smtClean="0"/>
              <a:t>‹#›</a:t>
            </a:fld>
            <a:endParaRPr lang="en-US" dirty="0"/>
          </a:p>
        </p:txBody>
      </p:sp>
      <p:sp>
        <p:nvSpPr>
          <p:cNvPr id="7" name="Chart Placeholder 6"/>
          <p:cNvSpPr>
            <a:spLocks noGrp="1"/>
          </p:cNvSpPr>
          <p:nvPr>
            <p:ph type="chart" sz="quarter" idx="13" hasCustomPrompt="1"/>
          </p:nvPr>
        </p:nvSpPr>
        <p:spPr>
          <a:xfrm>
            <a:off x="838200" y="2111608"/>
            <a:ext cx="10515600" cy="3744912"/>
          </a:xfrm>
        </p:spPr>
        <p:txBody>
          <a:bodyPr/>
          <a:lstStyle/>
          <a:p>
            <a:r>
              <a:rPr lang="en-US"/>
              <a:t>Click icon to add chart</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p:cNvSpPr>
            <a:spLocks noGrp="1"/>
          </p:cNvSpPr>
          <p:nvPr>
            <p:ph type="tbl" sz="quarter" idx="14" hasCustomPrompt="1"/>
          </p:nvPr>
        </p:nvSpPr>
        <p:spPr>
          <a:xfrm>
            <a:off x="838200" y="2111381"/>
            <a:ext cx="10515600" cy="3744913"/>
          </a:xfrm>
        </p:spPr>
        <p:txBody>
          <a:bodyPr/>
          <a:lstStyle/>
          <a:p>
            <a:r>
              <a:rPr lang="en-US"/>
              <a:t>Click icon to add table</a:t>
            </a:r>
            <a:endParaRPr lang="en-US" dirty="0"/>
          </a:p>
        </p:txBody>
      </p:sp>
      <p:sp>
        <p:nvSpPr>
          <p:cNvPr id="3" name="Date Placeholder 2"/>
          <p:cNvSpPr>
            <a:spLocks noGrp="1"/>
          </p:cNvSpPr>
          <p:nvPr>
            <p:ph type="dt" sz="half" idx="10"/>
          </p:nvPr>
        </p:nvSpPr>
        <p:spPr/>
        <p:txBody>
          <a:bodyPr/>
          <a:lstStyle>
            <a:lvl1pPr>
              <a:defRPr sz="900"/>
            </a:lvl1pPr>
          </a:lstStyle>
          <a:p>
            <a:r>
              <a:rPr lang="en-US" dirty="0"/>
              <a:t>20XX</a:t>
            </a:r>
          </a:p>
        </p:txBody>
      </p:sp>
      <p:sp>
        <p:nvSpPr>
          <p:cNvPr id="4" name="Footer Placeholder 3"/>
          <p:cNvSpPr>
            <a:spLocks noGrp="1"/>
          </p:cNvSpPr>
          <p:nvPr>
            <p:ph type="ftr" sz="quarter" idx="11"/>
          </p:nvPr>
        </p:nvSpPr>
        <p:spPr/>
        <p:txBody>
          <a:bodyPr/>
          <a:lstStyle>
            <a:lvl1pPr>
              <a:defRPr sz="900"/>
            </a:lvl1pPr>
          </a:lstStyle>
          <a:p>
            <a:r>
              <a:rPr lang="en-US" dirty="0"/>
              <a:t>PRESENTATION TITLE</a:t>
            </a:r>
          </a:p>
        </p:txBody>
      </p:sp>
      <p:sp>
        <p:nvSpPr>
          <p:cNvPr id="5" name="Slide Number Placeholder 4"/>
          <p:cNvSpPr>
            <a:spLocks noGrp="1"/>
          </p:cNvSpPr>
          <p:nvPr>
            <p:ph type="sldNum" sz="quarter" idx="12"/>
          </p:nvPr>
        </p:nvSpPr>
        <p:spPr/>
        <p:txBody>
          <a:bodyPr/>
          <a:lstStyle>
            <a:lvl1pPr>
              <a:defRPr sz="900"/>
            </a:lvl1pPr>
          </a:lstStyle>
          <a:p>
            <a:fld id="{A49DFD55-3C28-40EF-9E31-A92D2E4017FF}"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p:cNvSpPr>
            <a:spLocks noGrp="1"/>
          </p:cNvSpPr>
          <p:nvPr>
            <p:ph type="dt" sz="half" idx="10"/>
          </p:nvPr>
        </p:nvSpPr>
        <p:spPr>
          <a:xfrm>
            <a:off x="4676774" y="6356350"/>
            <a:ext cx="1695450" cy="365125"/>
          </a:xfrm>
        </p:spPr>
        <p:txBody>
          <a:bodyPr/>
          <a:lstStyle>
            <a:lvl1pPr>
              <a:defRPr sz="900"/>
            </a:lvl1pPr>
          </a:lstStyle>
          <a:p>
            <a:r>
              <a:rPr lang="en-US" dirty="0"/>
              <a:t>20XX</a:t>
            </a:r>
          </a:p>
        </p:txBody>
      </p:sp>
      <p:sp>
        <p:nvSpPr>
          <p:cNvPr id="4" name="Footer Placeholder 3"/>
          <p:cNvSpPr>
            <a:spLocks noGrp="1"/>
          </p:cNvSpPr>
          <p:nvPr>
            <p:ph type="ftr" sz="quarter" idx="11"/>
          </p:nvPr>
        </p:nvSpPr>
        <p:spPr>
          <a:xfrm>
            <a:off x="6743699" y="6356350"/>
            <a:ext cx="2543175" cy="365125"/>
          </a:xfrm>
        </p:spPr>
        <p:txBody>
          <a:bodyPr/>
          <a:lstStyle>
            <a:lvl1pPr>
              <a:defRPr sz="900"/>
            </a:lvl1pPr>
          </a:lstStyle>
          <a:p>
            <a:r>
              <a:rPr lang="en-US" dirty="0"/>
              <a:t>PRESENTATION TITLE</a:t>
            </a:r>
          </a:p>
        </p:txBody>
      </p:sp>
      <p:sp>
        <p:nvSpPr>
          <p:cNvPr id="5" name="Slide Number Placeholder 4"/>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t>‹#›</a:t>
            </a:fld>
            <a:endParaRPr lang="en-US" dirty="0"/>
          </a:p>
        </p:txBody>
      </p:sp>
      <p:cxnSp>
        <p:nvCxnSpPr>
          <p:cNvPr id="9" name="Straight Connector 8"/>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p:cNvSpPr>
            <a:spLocks noGrp="1"/>
          </p:cNvSpPr>
          <p:nvPr>
            <p:ph type="pic" sz="quarter" idx="14"/>
          </p:nvPr>
        </p:nvSpPr>
        <p:spPr>
          <a:xfrm>
            <a:off x="1487181" y="2886074"/>
            <a:ext cx="1845511" cy="1845511"/>
          </a:xfrm>
          <a:solidFill>
            <a:schemeClr val="bg1">
              <a:lumMod val="95000"/>
            </a:schemeClr>
          </a:solidFill>
        </p:spPr>
        <p:txBody>
          <a:bodyPr/>
          <a:lstStyle/>
          <a:p>
            <a:r>
              <a:rPr lang="en-US"/>
              <a:t>Click icon to add picture</a:t>
            </a:r>
            <a:endParaRPr lang="en-US" dirty="0"/>
          </a:p>
        </p:txBody>
      </p:sp>
      <p:sp>
        <p:nvSpPr>
          <p:cNvPr id="3" name="Text Placeholder 2"/>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p:cNvSpPr>
            <a:spLocks noGrp="1"/>
          </p:cNvSpPr>
          <p:nvPr>
            <p:ph type="pic" sz="quarter" idx="15"/>
          </p:nvPr>
        </p:nvSpPr>
        <p:spPr>
          <a:xfrm>
            <a:off x="3836914" y="2886074"/>
            <a:ext cx="1845511" cy="1845511"/>
          </a:xfrm>
          <a:solidFill>
            <a:schemeClr val="bg1">
              <a:lumMod val="95000"/>
            </a:schemeClr>
          </a:solidFill>
        </p:spPr>
        <p:txBody>
          <a:bodyPr/>
          <a:lstStyle/>
          <a:p>
            <a:r>
              <a:rPr lang="en-US"/>
              <a:t>Click icon to add picture</a:t>
            </a:r>
            <a:endParaRPr lang="en-US" dirty="0"/>
          </a:p>
        </p:txBody>
      </p:sp>
      <p:sp>
        <p:nvSpPr>
          <p:cNvPr id="23" name="Text Placeholder 2"/>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p:cNvSpPr>
            <a:spLocks noGrp="1"/>
          </p:cNvSpPr>
          <p:nvPr>
            <p:ph type="pic" sz="quarter" idx="16"/>
          </p:nvPr>
        </p:nvSpPr>
        <p:spPr>
          <a:xfrm>
            <a:off x="6327578" y="2886074"/>
            <a:ext cx="1845511" cy="1845511"/>
          </a:xfrm>
          <a:solidFill>
            <a:schemeClr val="bg1">
              <a:lumMod val="95000"/>
            </a:schemeClr>
          </a:solidFill>
        </p:spPr>
        <p:txBody>
          <a:bodyPr/>
          <a:lstStyle/>
          <a:p>
            <a:pPr lvl="1"/>
            <a:r>
              <a:rPr lang="en-US"/>
              <a:t>Click icon to add picture</a:t>
            </a:r>
            <a:endParaRPr lang="en-US" dirty="0"/>
          </a:p>
        </p:txBody>
      </p:sp>
      <p:sp>
        <p:nvSpPr>
          <p:cNvPr id="24" name="Text Placeholder 2"/>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p:cNvSpPr>
            <a:spLocks noGrp="1"/>
          </p:cNvSpPr>
          <p:nvPr>
            <p:ph type="pic" sz="quarter" idx="17"/>
          </p:nvPr>
        </p:nvSpPr>
        <p:spPr>
          <a:xfrm>
            <a:off x="8747458" y="2886074"/>
            <a:ext cx="1845511" cy="1845511"/>
          </a:xfrm>
          <a:solidFill>
            <a:schemeClr val="bg1">
              <a:lumMod val="95000"/>
            </a:schemeClr>
          </a:solidFill>
        </p:spPr>
        <p:txBody>
          <a:bodyPr/>
          <a:lstStyle/>
          <a:p>
            <a:r>
              <a:rPr lang="en-US"/>
              <a:t>Click icon to add picture</a:t>
            </a:r>
            <a:endParaRPr lang="en-US" dirty="0"/>
          </a:p>
        </p:txBody>
      </p:sp>
      <p:sp>
        <p:nvSpPr>
          <p:cNvPr id="25" name="Text Placeholder 2"/>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p:cNvSpPr>
            <a:spLocks noGrp="1"/>
          </p:cNvSpPr>
          <p:nvPr>
            <p:ph type="dt" sz="half" idx="10"/>
          </p:nvPr>
        </p:nvSpPr>
        <p:spPr/>
        <p:txBody>
          <a:bodyPr/>
          <a:lstStyle>
            <a:lvl1pPr>
              <a:defRPr sz="900"/>
            </a:lvl1pPr>
          </a:lstStyle>
          <a:p>
            <a:r>
              <a:rPr lang="en-US" dirty="0"/>
              <a:t>20XX</a:t>
            </a:r>
          </a:p>
        </p:txBody>
      </p:sp>
      <p:sp>
        <p:nvSpPr>
          <p:cNvPr id="8" name="Footer Placeholder 7"/>
          <p:cNvSpPr>
            <a:spLocks noGrp="1"/>
          </p:cNvSpPr>
          <p:nvPr>
            <p:ph type="ftr" sz="quarter" idx="11"/>
          </p:nvPr>
        </p:nvSpPr>
        <p:spPr/>
        <p:txBody>
          <a:bodyPr/>
          <a:lstStyle>
            <a:lvl1pPr>
              <a:defRPr sz="900"/>
            </a:lvl1pPr>
          </a:lstStyle>
          <a:p>
            <a:r>
              <a:rPr lang="en-US" dirty="0"/>
              <a:t>PRESENTATION TITLE</a:t>
            </a:r>
          </a:p>
        </p:txBody>
      </p:sp>
      <p:sp>
        <p:nvSpPr>
          <p:cNvPr id="9" name="Slide Number Placeholder 8"/>
          <p:cNvSpPr>
            <a:spLocks noGrp="1"/>
          </p:cNvSpPr>
          <p:nvPr>
            <p:ph type="sldNum" sz="quarter" idx="12"/>
          </p:nvPr>
        </p:nvSpPr>
        <p:spPr/>
        <p:txBody>
          <a:bodyPr/>
          <a:lstStyle>
            <a:lvl1pPr>
              <a:defRPr sz="900"/>
            </a:lvl1pPr>
          </a:lstStyle>
          <a:p>
            <a:fld id="{A49DFD55-3C28-40EF-9E31-A92D2E4017FF}" type="slidenum">
              <a:rPr lang="en-US" smtClean="0"/>
              <a:t>‹#›</a:t>
            </a:fld>
            <a:endParaRPr lang="en-US" dirty="0"/>
          </a:p>
        </p:txBody>
      </p:sp>
      <p:grpSp>
        <p:nvGrpSpPr>
          <p:cNvPr id="4" name="Group 3"/>
          <p:cNvGrpSpPr/>
          <p:nvPr userDrawn="1"/>
        </p:nvGrpSpPr>
        <p:grpSpPr>
          <a:xfrm>
            <a:off x="7334250" y="0"/>
            <a:ext cx="4857750" cy="1724025"/>
            <a:chOff x="7334250" y="0"/>
            <a:chExt cx="4857750" cy="1724025"/>
          </a:xfrm>
        </p:grpSpPr>
        <p:cxnSp>
          <p:nvCxnSpPr>
            <p:cNvPr id="10" name="Straight Connector 9"/>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0" y="473953"/>
            <a:ext cx="12192000" cy="5621336"/>
            <a:chOff x="0" y="473953"/>
            <a:chExt cx="12192000" cy="5621336"/>
          </a:xfrm>
        </p:grpSpPr>
        <p:pic>
          <p:nvPicPr>
            <p:cNvPr id="13" name="Graphic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grpSp>
      <p:sp>
        <p:nvSpPr>
          <p:cNvPr id="2" name="Title 1"/>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p:cNvSpPr>
            <a:spLocks noGrp="1"/>
          </p:cNvSpPr>
          <p:nvPr>
            <p:ph type="pic" sz="quarter" idx="14"/>
          </p:nvPr>
        </p:nvSpPr>
        <p:spPr>
          <a:xfrm>
            <a:off x="1877176" y="2428875"/>
            <a:ext cx="1066800" cy="1066800"/>
          </a:xfrm>
          <a:solidFill>
            <a:schemeClr val="tx1"/>
          </a:solidFill>
        </p:spPr>
        <p:txBody>
          <a:bodyPr>
            <a:normAutofit/>
          </a:bodyPr>
          <a:lstStyle>
            <a:lvl1pPr marL="0" indent="0" algn="l">
              <a:lnSpc>
                <a:spcPct val="100000"/>
              </a:lnSpc>
              <a:buFont typeface="Arial" panose="020B0604020202020204" pitchFamily="34" charset="0"/>
              <a:buNone/>
              <a:defRPr sz="900">
                <a:solidFill>
                  <a:sysClr val="windowText" lastClr="000000"/>
                </a:solidFill>
              </a:defRPr>
            </a:lvl1pPr>
          </a:lstStyle>
          <a:p>
            <a:r>
              <a:rPr lang="en-US"/>
              <a:t>Click icon to add picture</a:t>
            </a:r>
            <a:endParaRPr lang="en-US" dirty="0"/>
          </a:p>
        </p:txBody>
      </p:sp>
      <p:sp>
        <p:nvSpPr>
          <p:cNvPr id="3" name="Text Placeholder 2"/>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p:cNvSpPr>
            <a:spLocks noGrp="1"/>
          </p:cNvSpPr>
          <p:nvPr>
            <p:ph type="body" idx="21" hasCustomPrompt="1"/>
          </p:nvPr>
        </p:nvSpPr>
        <p:spPr>
          <a:xfrm>
            <a:off x="1500168"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p:cNvSpPr>
            <a:spLocks noGrp="1"/>
          </p:cNvSpPr>
          <p:nvPr>
            <p:ph type="pic" sz="quarter" idx="15"/>
          </p:nvPr>
        </p:nvSpPr>
        <p:spPr>
          <a:xfrm>
            <a:off x="4226270"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3" name="Text Placeholder 2"/>
          <p:cNvSpPr>
            <a:spLocks noGrp="1"/>
          </p:cNvSpPr>
          <p:nvPr>
            <p:ph type="body" idx="18" hasCustomPrompt="1"/>
          </p:nvPr>
        </p:nvSpPr>
        <p:spPr>
          <a:xfrm>
            <a:off x="3849262"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p:cNvSpPr>
            <a:spLocks noGrp="1"/>
          </p:cNvSpPr>
          <p:nvPr>
            <p:ph type="body" idx="22" hasCustomPrompt="1"/>
          </p:nvPr>
        </p:nvSpPr>
        <p:spPr>
          <a:xfrm>
            <a:off x="3849262"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p:cNvSpPr>
            <a:spLocks noGrp="1"/>
          </p:cNvSpPr>
          <p:nvPr>
            <p:ph type="pic" sz="quarter" idx="37"/>
          </p:nvPr>
        </p:nvSpPr>
        <p:spPr>
          <a:xfrm>
            <a:off x="665558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4" name="Text Placeholder 2"/>
          <p:cNvSpPr>
            <a:spLocks noGrp="1"/>
          </p:cNvSpPr>
          <p:nvPr>
            <p:ph type="body" idx="19" hasCustomPrompt="1"/>
          </p:nvPr>
        </p:nvSpPr>
        <p:spPr>
          <a:xfrm>
            <a:off x="6198355" y="3654378"/>
            <a:ext cx="2105135"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p:cNvSpPr>
            <a:spLocks noGrp="1"/>
          </p:cNvSpPr>
          <p:nvPr>
            <p:ph type="body" idx="23" hasCustomPrompt="1"/>
          </p:nvPr>
        </p:nvSpPr>
        <p:spPr>
          <a:xfrm>
            <a:off x="6095999" y="3809747"/>
            <a:ext cx="2299855"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p:cNvSpPr>
            <a:spLocks noGrp="1"/>
          </p:cNvSpPr>
          <p:nvPr>
            <p:ph type="pic" sz="quarter" idx="17"/>
          </p:nvPr>
        </p:nvSpPr>
        <p:spPr>
          <a:xfrm>
            <a:off x="913681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5" name="Text Placeholder 2"/>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p:cNvSpPr>
            <a:spLocks noGrp="1"/>
          </p:cNvSpPr>
          <p:nvPr>
            <p:ph type="body" idx="24" hasCustomPrompt="1"/>
          </p:nvPr>
        </p:nvSpPr>
        <p:spPr>
          <a:xfrm>
            <a:off x="8744480" y="3809747"/>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p:cNvSpPr>
            <a:spLocks noGrp="1"/>
          </p:cNvSpPr>
          <p:nvPr>
            <p:ph type="pic" sz="quarter" idx="26"/>
          </p:nvPr>
        </p:nvSpPr>
        <p:spPr>
          <a:xfrm>
            <a:off x="1877176"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54" name="Text Placeholder 2"/>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p:cNvSpPr>
            <a:spLocks noGrp="1"/>
          </p:cNvSpPr>
          <p:nvPr>
            <p:ph type="body" idx="33" hasCustomPrompt="1"/>
          </p:nvPr>
        </p:nvSpPr>
        <p:spPr>
          <a:xfrm>
            <a:off x="1500168"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p:cNvSpPr>
            <a:spLocks noGrp="1"/>
          </p:cNvSpPr>
          <p:nvPr>
            <p:ph type="pic" sz="quarter" idx="27"/>
          </p:nvPr>
        </p:nvSpPr>
        <p:spPr>
          <a:xfrm>
            <a:off x="4226270"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59" name="Text Placeholder 2"/>
          <p:cNvSpPr>
            <a:spLocks noGrp="1"/>
          </p:cNvSpPr>
          <p:nvPr>
            <p:ph type="body" idx="30" hasCustomPrompt="1"/>
          </p:nvPr>
        </p:nvSpPr>
        <p:spPr>
          <a:xfrm>
            <a:off x="3849262"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p:cNvSpPr>
            <a:spLocks noGrp="1"/>
          </p:cNvSpPr>
          <p:nvPr>
            <p:ph type="body" idx="34" hasCustomPrompt="1"/>
          </p:nvPr>
        </p:nvSpPr>
        <p:spPr>
          <a:xfrm>
            <a:off x="3849262"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p:cNvSpPr>
            <a:spLocks noGrp="1"/>
          </p:cNvSpPr>
          <p:nvPr>
            <p:ph type="pic" sz="quarter" idx="38"/>
          </p:nvPr>
        </p:nvSpPr>
        <p:spPr>
          <a:xfrm>
            <a:off x="665558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60" name="Text Placeholder 2"/>
          <p:cNvSpPr>
            <a:spLocks noGrp="1"/>
          </p:cNvSpPr>
          <p:nvPr>
            <p:ph type="body" idx="31" hasCustomPrompt="1"/>
          </p:nvPr>
        </p:nvSpPr>
        <p:spPr>
          <a:xfrm>
            <a:off x="633992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p:cNvSpPr>
            <a:spLocks noGrp="1"/>
          </p:cNvSpPr>
          <p:nvPr>
            <p:ph type="body" idx="35" hasCustomPrompt="1"/>
          </p:nvPr>
        </p:nvSpPr>
        <p:spPr>
          <a:xfrm>
            <a:off x="6339926" y="5668583"/>
            <a:ext cx="1813474"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p:cNvSpPr>
            <a:spLocks noGrp="1"/>
          </p:cNvSpPr>
          <p:nvPr>
            <p:ph type="pic" sz="quarter" idx="29"/>
          </p:nvPr>
        </p:nvSpPr>
        <p:spPr>
          <a:xfrm>
            <a:off x="913681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61" name="Text Placeholder 2"/>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p:cNvSpPr>
            <a:spLocks noGrp="1"/>
          </p:cNvSpPr>
          <p:nvPr>
            <p:ph type="body" idx="36" hasCustomPrompt="1"/>
          </p:nvPr>
        </p:nvSpPr>
        <p:spPr>
          <a:xfrm>
            <a:off x="8744480" y="5668583"/>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p:cNvSpPr>
            <a:spLocks noGrp="1"/>
          </p:cNvSpPr>
          <p:nvPr>
            <p:ph type="ftr" sz="quarter" idx="11"/>
          </p:nvPr>
        </p:nvSpPr>
        <p:spPr/>
        <p:txBody>
          <a:bodyPr/>
          <a:lstStyle>
            <a:lvl1pPr>
              <a:defRPr sz="900">
                <a:solidFill>
                  <a:srgbClr val="898989"/>
                </a:solidFill>
              </a:defRPr>
            </a:lvl1pPr>
          </a:lstStyle>
          <a:p>
            <a:r>
              <a:rPr lang="en-US" dirty="0"/>
              <a:t>PRESENTATION TITLE</a:t>
            </a:r>
          </a:p>
        </p:txBody>
      </p:sp>
      <p:sp>
        <p:nvSpPr>
          <p:cNvPr id="9" name="Slide Number Placeholder 8"/>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p:cNvGrpSpPr/>
          <p:nvPr userDrawn="1"/>
        </p:nvGrpSpPr>
        <p:grpSpPr>
          <a:xfrm>
            <a:off x="0" y="0"/>
            <a:ext cx="2590800" cy="1027906"/>
            <a:chOff x="0" y="0"/>
            <a:chExt cx="2590800" cy="1027906"/>
          </a:xfrm>
        </p:grpSpPr>
        <p:cxnSp>
          <p:nvCxnSpPr>
            <p:cNvPr id="10" name="Straight Connector 9"/>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SmartArt Placeholder 6"/>
          <p:cNvSpPr>
            <a:spLocks noGrp="1"/>
          </p:cNvSpPr>
          <p:nvPr>
            <p:ph type="pic" sz="quarter" idx="15" hasCustomPrompt="1"/>
          </p:nvPr>
        </p:nvSpPr>
        <p:spPr>
          <a:xfrm>
            <a:off x="838200" y="2111375"/>
            <a:ext cx="10515600" cy="3744913"/>
          </a:xfrm>
        </p:spPr>
        <p:txBody>
          <a:bodyPr/>
          <a:lstStyle/>
          <a:p>
            <a:r>
              <a:rPr lang="en-US"/>
              <a:t>Click icon to add SmartArt graphic</a:t>
            </a:r>
            <a:endParaRPr lang="en-US" dirty="0"/>
          </a:p>
        </p:txBody>
      </p:sp>
      <p:sp>
        <p:nvSpPr>
          <p:cNvPr id="3" name="Date Placeholder 2"/>
          <p:cNvSpPr>
            <a:spLocks noGrp="1"/>
          </p:cNvSpPr>
          <p:nvPr>
            <p:ph type="dt" sz="half" idx="10"/>
          </p:nvPr>
        </p:nvSpPr>
        <p:spPr/>
        <p:txBody>
          <a:bodyPr/>
          <a:lstStyle>
            <a:lvl1pPr>
              <a:defRPr sz="900"/>
            </a:lvl1pPr>
          </a:lstStyle>
          <a:p>
            <a:r>
              <a:rPr lang="en-US" dirty="0"/>
              <a:t>20XX</a:t>
            </a:r>
          </a:p>
        </p:txBody>
      </p:sp>
      <p:sp>
        <p:nvSpPr>
          <p:cNvPr id="4" name="Footer Placeholder 3"/>
          <p:cNvSpPr>
            <a:spLocks noGrp="1"/>
          </p:cNvSpPr>
          <p:nvPr>
            <p:ph type="ftr" sz="quarter" idx="11"/>
          </p:nvPr>
        </p:nvSpPr>
        <p:spPr/>
        <p:txBody>
          <a:bodyPr/>
          <a:lstStyle>
            <a:lvl1pPr>
              <a:defRPr sz="900"/>
            </a:lvl1pPr>
          </a:lstStyle>
          <a:p>
            <a:r>
              <a:rPr lang="en-US" dirty="0"/>
              <a:t>PRESENTATION TITLE</a:t>
            </a:r>
          </a:p>
        </p:txBody>
      </p:sp>
      <p:sp>
        <p:nvSpPr>
          <p:cNvPr id="5" name="Slide Number Placeholder 4"/>
          <p:cNvSpPr>
            <a:spLocks noGrp="1"/>
          </p:cNvSpPr>
          <p:nvPr>
            <p:ph type="sldNum" sz="quarter" idx="12"/>
          </p:nvPr>
        </p:nvSpPr>
        <p:spPr/>
        <p:txBody>
          <a:bodyPr/>
          <a:lstStyle>
            <a:lvl1pPr>
              <a:defRPr sz="900"/>
            </a:lvl1pPr>
          </a:lstStyle>
          <a:p>
            <a:fld id="{A49DFD55-3C28-40EF-9E31-A92D2E4017FF}"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p:cNvSpPr>
            <a:spLocks noGrp="1"/>
          </p:cNvSpPr>
          <p:nvPr>
            <p:ph type="title" hasCustomPrompt="1"/>
          </p:nvPr>
        </p:nvSpPr>
        <p:spPr>
          <a:xfrm>
            <a:off x="838200" y="5509419"/>
            <a:ext cx="4082142" cy="585788"/>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TITLE</a:t>
            </a:r>
          </a:p>
        </p:txBody>
      </p:sp>
      <p:sp>
        <p:nvSpPr>
          <p:cNvPr id="16" name="Text Placeholder 15"/>
          <p:cNvSpPr>
            <a:spLocks noGrp="1"/>
          </p:cNvSpPr>
          <p:nvPr>
            <p:ph type="body" sz="quarter" idx="13"/>
          </p:nvPr>
        </p:nvSpPr>
        <p:spPr>
          <a:xfrm>
            <a:off x="166074" y="1507772"/>
            <a:ext cx="2141764" cy="514350"/>
          </a:xfrm>
        </p:spPr>
        <p:txBody>
          <a:bodyPr anchor="ctr">
            <a:normAutofit/>
          </a:bodyPr>
          <a:lstStyle>
            <a:lvl1pPr marL="0" indent="0" algn="r">
              <a:buNone/>
              <a:defRPr sz="2000"/>
            </a:lvl1pPr>
          </a:lstStyle>
          <a:p>
            <a:pPr lvl="0"/>
            <a:r>
              <a:rPr lang="en-US"/>
              <a:t>Click to edit Master text styles</a:t>
            </a:r>
          </a:p>
        </p:txBody>
      </p:sp>
      <p:sp>
        <p:nvSpPr>
          <p:cNvPr id="17" name="Text Placeholder 15"/>
          <p:cNvSpPr>
            <a:spLocks noGrp="1"/>
          </p:cNvSpPr>
          <p:nvPr>
            <p:ph type="body" sz="quarter" idx="14"/>
          </p:nvPr>
        </p:nvSpPr>
        <p:spPr>
          <a:xfrm>
            <a:off x="732131" y="2584097"/>
            <a:ext cx="2141764" cy="514350"/>
          </a:xfrm>
        </p:spPr>
        <p:txBody>
          <a:bodyPr anchor="ctr">
            <a:normAutofit/>
          </a:bodyPr>
          <a:lstStyle>
            <a:lvl1pPr marL="0" indent="0" algn="r">
              <a:buNone/>
              <a:defRPr sz="2000"/>
            </a:lvl1pPr>
          </a:lstStyle>
          <a:p>
            <a:pPr lvl="0"/>
            <a:r>
              <a:rPr lang="en-US"/>
              <a:t>Click to edit Master text styles</a:t>
            </a:r>
          </a:p>
        </p:txBody>
      </p:sp>
      <p:sp>
        <p:nvSpPr>
          <p:cNvPr id="18" name="Text Placeholder 15"/>
          <p:cNvSpPr>
            <a:spLocks noGrp="1"/>
          </p:cNvSpPr>
          <p:nvPr>
            <p:ph type="body" sz="quarter" idx="15"/>
          </p:nvPr>
        </p:nvSpPr>
        <p:spPr>
          <a:xfrm>
            <a:off x="1338556" y="3660422"/>
            <a:ext cx="2141764" cy="514350"/>
          </a:xfrm>
        </p:spPr>
        <p:txBody>
          <a:bodyPr anchor="ctr">
            <a:normAutofit/>
          </a:bodyPr>
          <a:lstStyle>
            <a:lvl1pPr marL="0" indent="0" algn="r">
              <a:buNone/>
              <a:defRPr sz="2000"/>
            </a:lvl1pPr>
          </a:lstStyle>
          <a:p>
            <a:pPr lvl="0"/>
            <a:r>
              <a:rPr lang="en-US"/>
              <a:t>Click to edit Master text styles</a:t>
            </a:r>
          </a:p>
        </p:txBody>
      </p:sp>
      <p:sp>
        <p:nvSpPr>
          <p:cNvPr id="19" name="Text Placeholder 15"/>
          <p:cNvSpPr>
            <a:spLocks noGrp="1"/>
          </p:cNvSpPr>
          <p:nvPr>
            <p:ph type="body" sz="quarter" idx="16"/>
          </p:nvPr>
        </p:nvSpPr>
        <p:spPr>
          <a:xfrm>
            <a:off x="1922756" y="4736748"/>
            <a:ext cx="2141764" cy="514350"/>
          </a:xfrm>
        </p:spPr>
        <p:txBody>
          <a:bodyPr anchor="ctr">
            <a:normAutofit/>
          </a:bodyPr>
          <a:lstStyle>
            <a:lvl1pPr marL="0" indent="0" algn="r">
              <a:buNone/>
              <a:defRPr sz="2000"/>
            </a:lvl1pPr>
          </a:lstStyle>
          <a:p>
            <a:pPr lvl="0"/>
            <a:r>
              <a:rPr lang="en-US"/>
              <a:t>Click to edit Master text styles</a:t>
            </a:r>
          </a:p>
        </p:txBody>
      </p:sp>
      <p:sp>
        <p:nvSpPr>
          <p:cNvPr id="34" name="Text Placeholder 15"/>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p:cNvSpPr>
            <a:spLocks noGrp="1"/>
          </p:cNvSpPr>
          <p:nvPr>
            <p:ph type="ftr" sz="quarter" idx="11"/>
          </p:nvPr>
        </p:nvSpPr>
        <p:spPr>
          <a:xfrm>
            <a:off x="6749143" y="6356350"/>
            <a:ext cx="3775981" cy="365125"/>
          </a:xfrm>
        </p:spPr>
        <p:txBody>
          <a:bodyPr/>
          <a:lstStyle>
            <a:lvl1pPr>
              <a:defRPr sz="900"/>
            </a:lvl1pPr>
          </a:lstStyle>
          <a:p>
            <a:r>
              <a:rPr lang="en-US" dirty="0"/>
              <a:t>PRESENTATION TITLE</a:t>
            </a:r>
          </a:p>
        </p:txBody>
      </p:sp>
      <p:sp>
        <p:nvSpPr>
          <p:cNvPr id="7" name="Slide Number Placeholder 6"/>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t>‹#›</a:t>
            </a:fld>
            <a:endParaRPr lang="en-US" dirty="0"/>
          </a:p>
        </p:txBody>
      </p:sp>
      <p:cxnSp>
        <p:nvCxnSpPr>
          <p:cNvPr id="3" name="Straight Connector 2"/>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sz="900"/>
            </a:lvl1pPr>
          </a:lstStyle>
          <a:p>
            <a:r>
              <a:rPr lang="en-US" dirty="0"/>
              <a:t>20XX</a:t>
            </a:r>
          </a:p>
        </p:txBody>
      </p:sp>
      <p:sp>
        <p:nvSpPr>
          <p:cNvPr id="8" name="Footer Placeholder 7"/>
          <p:cNvSpPr>
            <a:spLocks noGrp="1"/>
          </p:cNvSpPr>
          <p:nvPr>
            <p:ph type="ftr" sz="quarter" idx="11"/>
          </p:nvPr>
        </p:nvSpPr>
        <p:spPr/>
        <p:txBody>
          <a:bodyPr/>
          <a:lstStyle>
            <a:lvl1pPr>
              <a:defRPr sz="900"/>
            </a:lvl1pPr>
          </a:lstStyle>
          <a:p>
            <a:r>
              <a:rPr lang="en-US" dirty="0"/>
              <a:t>PRESENTATION TITLE</a:t>
            </a:r>
          </a:p>
        </p:txBody>
      </p:sp>
      <p:sp>
        <p:nvSpPr>
          <p:cNvPr id="9" name="Slide Number Placeholder 8"/>
          <p:cNvSpPr>
            <a:spLocks noGrp="1"/>
          </p:cNvSpPr>
          <p:nvPr>
            <p:ph type="sldNum" sz="quarter" idx="12"/>
          </p:nvPr>
        </p:nvSpPr>
        <p:spPr/>
        <p:txBody>
          <a:bodyPr/>
          <a:lstStyle>
            <a:lvl1pPr>
              <a:defRPr sz="900"/>
            </a:lvl1pPr>
          </a:lstStyle>
          <a:p>
            <a:fld id="{A49DFD55-3C28-40EF-9E31-A92D2E4017FF}" type="slidenum">
              <a:rPr lang="en-US" smtClean="0"/>
              <a:t>‹#›</a:t>
            </a:fld>
            <a:endParaRPr lang="en-US" dirty="0"/>
          </a:p>
        </p:txBody>
      </p:sp>
      <p:pic>
        <p:nvPicPr>
          <p:cNvPr id="11" name="Graphic 10"/>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a:fillRect/>
          </a:stretch>
        </p:blipFill>
        <p:spPr>
          <a:xfrm>
            <a:off x="25785" y="0"/>
            <a:ext cx="4368030" cy="391239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p:cNvSpPr>
            <a:spLocks noGrp="1"/>
          </p:cNvSpPr>
          <p:nvPr>
            <p:ph type="body" idx="1" hasCustomPrompt="1"/>
          </p:nvPr>
        </p:nvSpPr>
        <p:spPr>
          <a:xfrm>
            <a:off x="1243104"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p:cNvSpPr>
            <a:spLocks noGrp="1"/>
          </p:cNvSpPr>
          <p:nvPr>
            <p:ph type="body" idx="13" hasCustomPrompt="1"/>
          </p:nvPr>
        </p:nvSpPr>
        <p:spPr>
          <a:xfrm>
            <a:off x="8066421"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sz="900"/>
            </a:lvl1pPr>
          </a:lstStyle>
          <a:p>
            <a:r>
              <a:rPr lang="en-US" dirty="0"/>
              <a:t>20XX</a:t>
            </a:r>
          </a:p>
        </p:txBody>
      </p:sp>
      <p:sp>
        <p:nvSpPr>
          <p:cNvPr id="8" name="Footer Placeholder 7"/>
          <p:cNvSpPr>
            <a:spLocks noGrp="1"/>
          </p:cNvSpPr>
          <p:nvPr>
            <p:ph type="ftr" sz="quarter" idx="11"/>
          </p:nvPr>
        </p:nvSpPr>
        <p:spPr/>
        <p:txBody>
          <a:bodyPr/>
          <a:lstStyle>
            <a:lvl1pPr>
              <a:defRPr sz="900"/>
            </a:lvl1pPr>
          </a:lstStyle>
          <a:p>
            <a:r>
              <a:rPr lang="en-US" dirty="0"/>
              <a:t>PRESENTATION TITLE</a:t>
            </a:r>
          </a:p>
        </p:txBody>
      </p:sp>
      <p:sp>
        <p:nvSpPr>
          <p:cNvPr id="9" name="Slide Number Placeholder 8"/>
          <p:cNvSpPr>
            <a:spLocks noGrp="1"/>
          </p:cNvSpPr>
          <p:nvPr>
            <p:ph type="sldNum" sz="quarter" idx="12"/>
          </p:nvPr>
        </p:nvSpPr>
        <p:spPr/>
        <p:txBody>
          <a:bodyPr/>
          <a:lstStyle>
            <a:lvl1pPr>
              <a:defRPr sz="900"/>
            </a:lvl1pPr>
          </a:lstStyle>
          <a:p>
            <a:fld id="{A49DFD55-3C28-40EF-9E31-A92D2E4017FF}" type="slidenum">
              <a:rPr lang="en-US" smtClean="0"/>
              <a:t>‹#›</a:t>
            </a:fld>
            <a:endParaRPr lang="en-US" dirty="0"/>
          </a:p>
        </p:txBody>
      </p:sp>
      <p:grpSp>
        <p:nvGrpSpPr>
          <p:cNvPr id="10" name="Group 9"/>
          <p:cNvGrpSpPr/>
          <p:nvPr userDrawn="1"/>
        </p:nvGrpSpPr>
        <p:grpSpPr>
          <a:xfrm>
            <a:off x="0" y="0"/>
            <a:ext cx="2238376" cy="3105150"/>
            <a:chOff x="0" y="0"/>
            <a:chExt cx="2238376" cy="3105150"/>
          </a:xfrm>
        </p:grpSpPr>
        <p:cxnSp>
          <p:nvCxnSpPr>
            <p:cNvPr id="16" name="Straight Connector 15"/>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768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4768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p:cNvGrpSpPr/>
          <p:nvPr userDrawn="1"/>
        </p:nvGrpSpPr>
        <p:grpSpPr>
          <a:xfrm>
            <a:off x="0" y="0"/>
            <a:ext cx="4762501" cy="5186363"/>
            <a:chOff x="0" y="0"/>
            <a:chExt cx="4762501" cy="5186363"/>
          </a:xfrm>
        </p:grpSpPr>
        <p:cxnSp>
          <p:nvCxnSpPr>
            <p:cNvPr id="23" name="Straight Connector 22"/>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p:cNvSpPr>
            <a:spLocks noGrp="1"/>
          </p:cNvSpPr>
          <p:nvPr>
            <p:ph type="ftr" sz="quarter" idx="11"/>
          </p:nvPr>
        </p:nvSpPr>
        <p:spPr>
          <a:xfrm>
            <a:off x="4038600" y="6356350"/>
            <a:ext cx="4114800" cy="365125"/>
          </a:xfrm>
        </p:spPr>
        <p:txBody>
          <a:bodyPr/>
          <a:lstStyle>
            <a:lvl1pPr>
              <a:defRPr sz="900"/>
            </a:lvl1pPr>
          </a:lstStyle>
          <a:p>
            <a:r>
              <a:rPr lang="en-US" dirty="0"/>
              <a:t>PRESENTATION TITLE</a:t>
            </a:r>
          </a:p>
        </p:txBody>
      </p:sp>
      <p:sp>
        <p:nvSpPr>
          <p:cNvPr id="24" name="Slide Number Placeholder 8"/>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4267200" y="3238103"/>
            <a:ext cx="4179570" cy="1371997"/>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p:cNvSpPr>
            <a:spLocks noGrp="1"/>
          </p:cNvSpPr>
          <p:nvPr>
            <p:ph type="ftr" sz="quarter" idx="11"/>
          </p:nvPr>
        </p:nvSpPr>
        <p:spPr>
          <a:xfrm>
            <a:off x="6479721" y="6356350"/>
            <a:ext cx="2661557" cy="365125"/>
          </a:xfrm>
        </p:spPr>
        <p:txBody>
          <a:bodyPr/>
          <a:lstStyle>
            <a:lvl1pPr>
              <a:defRPr sz="900"/>
            </a:lvl1pPr>
          </a:lstStyle>
          <a:p>
            <a:r>
              <a:rPr lang="en-US" dirty="0"/>
              <a:t>PRESENTATION TITLE</a:t>
            </a:r>
          </a:p>
        </p:txBody>
      </p:sp>
      <p:sp>
        <p:nvSpPr>
          <p:cNvPr id="11" name="Slide Number Placeholder 8"/>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58779" y="962755"/>
            <a:ext cx="10074441" cy="2069433"/>
          </a:xfrm>
        </p:spPr>
        <p:txBody>
          <a:bodyPr anchor="t">
            <a:noAutofit/>
          </a:bodyPr>
          <a:lstStyle/>
          <a:p>
            <a:pPr algn="ctr"/>
            <a:r>
              <a:rPr lang="en-US" sz="3800" b="1" dirty="0">
                <a:latin typeface="Times New Roman" panose="02020603050405020304" pitchFamily="18" charset="0"/>
                <a:cs typeface="Times New Roman" panose="02020603050405020304" pitchFamily="18" charset="0"/>
              </a:rPr>
              <a:t>SoEN 6441 Advanced Programming Practices Project </a:t>
            </a:r>
            <a:br>
              <a:rPr lang="en-US" sz="3800" b="1" dirty="0">
                <a:latin typeface="Times New Roman" panose="02020603050405020304" pitchFamily="18" charset="0"/>
                <a:cs typeface="Times New Roman" panose="02020603050405020304" pitchFamily="18" charset="0"/>
              </a:rPr>
            </a:br>
            <a:r>
              <a:rPr lang="en-US" sz="3800" b="1" dirty="0">
                <a:latin typeface="Times New Roman" panose="02020603050405020304" pitchFamily="18" charset="0"/>
                <a:cs typeface="Times New Roman" panose="02020603050405020304" pitchFamily="18" charset="0"/>
              </a:rPr>
              <a:t> -Winter 2024</a:t>
            </a:r>
            <a:endParaRPr lang="en-IN" sz="38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775534" y="3032188"/>
            <a:ext cx="6717631" cy="2258829"/>
          </a:xfrm>
        </p:spPr>
        <p:txBody>
          <a:bodyPr>
            <a:noAutofit/>
          </a:bodyPr>
          <a:lstStyle/>
          <a:p>
            <a:r>
              <a:rPr lang="en-US" sz="1800" b="1" dirty="0">
                <a:solidFill>
                  <a:schemeClr val="tx1"/>
                </a:solidFill>
                <a:latin typeface="Times New Roman" panose="02020603050405020304" pitchFamily="18" charset="0"/>
                <a:cs typeface="Times New Roman" panose="02020603050405020304" pitchFamily="18" charset="0"/>
              </a:rPr>
              <a:t>Build 3:</a:t>
            </a:r>
          </a:p>
          <a:p>
            <a:r>
              <a:rPr lang="en-US" sz="1800" dirty="0">
                <a:solidFill>
                  <a:schemeClr val="tx1"/>
                </a:solidFill>
                <a:latin typeface="Times New Roman" panose="02020603050405020304" pitchFamily="18" charset="0"/>
                <a:cs typeface="Times New Roman" panose="02020603050405020304" pitchFamily="18" charset="0"/>
              </a:rPr>
              <a:t>Submitted by: Team 09</a:t>
            </a:r>
          </a:p>
          <a:p>
            <a:pPr lvl="6" algn="l">
              <a:buFont typeface="Arial" panose="020B0604020202020204" pitchFamily="34" charset="0"/>
              <a:buChar char="•"/>
            </a:pPr>
            <a:r>
              <a:rPr lang="en-IN" sz="1800" i="0" dirty="0">
                <a:solidFill>
                  <a:schemeClr val="tx1"/>
                </a:solidFill>
                <a:effectLst/>
                <a:latin typeface="Times New Roman" panose="02020603050405020304" pitchFamily="18" charset="0"/>
                <a:cs typeface="Times New Roman" panose="02020603050405020304" pitchFamily="18" charset="0"/>
              </a:rPr>
              <a:t>Jayasurya </a:t>
            </a:r>
            <a:r>
              <a:rPr lang="en-IN" sz="1800" i="0" dirty="0" err="1">
                <a:solidFill>
                  <a:schemeClr val="tx1"/>
                </a:solidFill>
                <a:effectLst/>
                <a:latin typeface="Times New Roman" panose="02020603050405020304" pitchFamily="18" charset="0"/>
                <a:cs typeface="Times New Roman" panose="02020603050405020304" pitchFamily="18" charset="0"/>
              </a:rPr>
              <a:t>Pazhani</a:t>
            </a:r>
            <a:r>
              <a:rPr lang="en-IN" sz="1800" dirty="0">
                <a:solidFill>
                  <a:schemeClr val="tx1"/>
                </a:solidFill>
                <a:latin typeface="Times New Roman" panose="02020603050405020304" pitchFamily="18" charset="0"/>
                <a:cs typeface="Times New Roman" panose="02020603050405020304" pitchFamily="18" charset="0"/>
              </a:rPr>
              <a:t> [40289512]</a:t>
            </a:r>
            <a:endParaRPr lang="en-IN" sz="1800" i="0" dirty="0">
              <a:solidFill>
                <a:schemeClr val="tx1"/>
              </a:solidFill>
              <a:effectLst/>
              <a:latin typeface="Times New Roman" panose="02020603050405020304" pitchFamily="18" charset="0"/>
              <a:cs typeface="Times New Roman" panose="02020603050405020304" pitchFamily="18" charset="0"/>
            </a:endParaRPr>
          </a:p>
          <a:p>
            <a:pPr lvl="6" algn="l">
              <a:buFont typeface="Arial" panose="020B0604020202020204" pitchFamily="34" charset="0"/>
              <a:buChar char="•"/>
            </a:pPr>
            <a:r>
              <a:rPr lang="en-IN" sz="1800" i="0" dirty="0">
                <a:solidFill>
                  <a:schemeClr val="tx1"/>
                </a:solidFill>
                <a:effectLst/>
                <a:latin typeface="Times New Roman" panose="02020603050405020304" pitchFamily="18" charset="0"/>
                <a:cs typeface="Times New Roman" panose="02020603050405020304" pitchFamily="18" charset="0"/>
              </a:rPr>
              <a:t>Jayanth </a:t>
            </a:r>
            <a:r>
              <a:rPr lang="en-IN" sz="1800" i="0" dirty="0" err="1">
                <a:solidFill>
                  <a:schemeClr val="tx1"/>
                </a:solidFill>
                <a:effectLst/>
                <a:latin typeface="Times New Roman" panose="02020603050405020304" pitchFamily="18" charset="0"/>
                <a:cs typeface="Times New Roman" panose="02020603050405020304" pitchFamily="18" charset="0"/>
              </a:rPr>
              <a:t>Apagundi</a:t>
            </a:r>
            <a:r>
              <a:rPr lang="en-IN" sz="1800" dirty="0">
                <a:solidFill>
                  <a:schemeClr val="tx1"/>
                </a:solidFill>
                <a:latin typeface="Times New Roman" panose="02020603050405020304" pitchFamily="18" charset="0"/>
                <a:cs typeface="Times New Roman" panose="02020603050405020304" pitchFamily="18" charset="0"/>
              </a:rPr>
              <a:t> [40291184]</a:t>
            </a:r>
            <a:endParaRPr lang="en-IN" sz="1800" i="0" dirty="0">
              <a:solidFill>
                <a:schemeClr val="tx1"/>
              </a:solidFill>
              <a:effectLst/>
              <a:latin typeface="Times New Roman" panose="02020603050405020304" pitchFamily="18" charset="0"/>
              <a:cs typeface="Times New Roman" panose="02020603050405020304" pitchFamily="18" charset="0"/>
            </a:endParaRPr>
          </a:p>
          <a:p>
            <a:pPr lvl="6" algn="l">
              <a:buFont typeface="Arial" panose="020B0604020202020204" pitchFamily="34" charset="0"/>
              <a:buChar char="•"/>
            </a:pPr>
            <a:r>
              <a:rPr lang="en-IN" sz="1800" i="0" dirty="0" err="1">
                <a:solidFill>
                  <a:schemeClr val="tx1"/>
                </a:solidFill>
                <a:effectLst/>
                <a:latin typeface="Times New Roman" panose="02020603050405020304" pitchFamily="18" charset="0"/>
                <a:cs typeface="Times New Roman" panose="02020603050405020304" pitchFamily="18" charset="0"/>
              </a:rPr>
              <a:t>Shuvanidhi</a:t>
            </a:r>
            <a:r>
              <a:rPr lang="en-IN" sz="1800" i="0" dirty="0">
                <a:solidFill>
                  <a:schemeClr val="tx1"/>
                </a:solidFill>
                <a:effectLst/>
                <a:latin typeface="Times New Roman" panose="02020603050405020304" pitchFamily="18" charset="0"/>
                <a:cs typeface="Times New Roman" panose="02020603050405020304" pitchFamily="18" charset="0"/>
              </a:rPr>
              <a:t> Suresh [40293590]</a:t>
            </a:r>
          </a:p>
          <a:p>
            <a:pPr lvl="6" algn="l">
              <a:buFont typeface="Arial" panose="020B0604020202020204" pitchFamily="34" charset="0"/>
              <a:buChar char="•"/>
            </a:pPr>
            <a:r>
              <a:rPr lang="en-IN" sz="1800" i="0" dirty="0" err="1">
                <a:solidFill>
                  <a:schemeClr val="tx1"/>
                </a:solidFill>
                <a:effectLst/>
                <a:latin typeface="Times New Roman" panose="02020603050405020304" pitchFamily="18" charset="0"/>
                <a:cs typeface="Times New Roman" panose="02020603050405020304" pitchFamily="18" charset="0"/>
              </a:rPr>
              <a:t>Shahul</a:t>
            </a:r>
            <a:r>
              <a:rPr lang="en-IN" sz="1800" i="0" dirty="0">
                <a:solidFill>
                  <a:schemeClr val="tx1"/>
                </a:solidFill>
                <a:effectLst/>
                <a:latin typeface="Times New Roman" panose="02020603050405020304" pitchFamily="18" charset="0"/>
                <a:cs typeface="Times New Roman" panose="02020603050405020304" pitchFamily="18" charset="0"/>
              </a:rPr>
              <a:t> Hameed [40290787]</a:t>
            </a:r>
          </a:p>
          <a:p>
            <a:pPr lvl="6" algn="l">
              <a:buFont typeface="Arial" panose="020B0604020202020204" pitchFamily="34" charset="0"/>
              <a:buChar char="•"/>
            </a:pPr>
            <a:r>
              <a:rPr lang="en-IN" sz="1800" i="0" dirty="0">
                <a:solidFill>
                  <a:schemeClr val="tx1"/>
                </a:solidFill>
                <a:effectLst/>
                <a:latin typeface="Times New Roman" panose="02020603050405020304" pitchFamily="18" charset="0"/>
                <a:cs typeface="Times New Roman" panose="02020603050405020304" pitchFamily="18" charset="0"/>
              </a:rPr>
              <a:t>Vinisha Kora Venkatesalu [40293927]</a:t>
            </a:r>
          </a:p>
        </p:txBody>
      </p:sp>
      <p:pic>
        <p:nvPicPr>
          <p:cNvPr id="5" name="Picture 4"/>
          <p:cNvPicPr>
            <a:picLocks noChangeAspect="1"/>
          </p:cNvPicPr>
          <p:nvPr/>
        </p:nvPicPr>
        <p:blipFill>
          <a:blip r:embed="rId2"/>
          <a:stretch>
            <a:fillRect/>
          </a:stretch>
        </p:blipFill>
        <p:spPr>
          <a:xfrm>
            <a:off x="0" y="5677199"/>
            <a:ext cx="4139543" cy="1188823"/>
          </a:xfrm>
          <a:prstGeom prst="rect">
            <a:avLst/>
          </a:prstGeom>
        </p:spPr>
      </p:pic>
      <p:sp>
        <p:nvSpPr>
          <p:cNvPr id="6" name="TextBox 5"/>
          <p:cNvSpPr txBox="1"/>
          <p:nvPr/>
        </p:nvSpPr>
        <p:spPr>
          <a:xfrm>
            <a:off x="4349367" y="5677199"/>
            <a:ext cx="3493264" cy="923330"/>
          </a:xfrm>
          <a:prstGeom prst="rect">
            <a:avLst/>
          </a:prstGeom>
          <a:noFill/>
        </p:spPr>
        <p:txBody>
          <a:bodyPr wrap="none" rtlCol="0">
            <a:spAutoFit/>
          </a:bodyPr>
          <a:lstStyle/>
          <a:p>
            <a:r>
              <a:rPr lang="en-US" sz="1800" dirty="0">
                <a:solidFill>
                  <a:schemeClr val="tx1"/>
                </a:solidFill>
                <a:latin typeface="Times New Roman" panose="02020603050405020304" pitchFamily="18" charset="0"/>
                <a:cs typeface="Times New Roman" panose="02020603050405020304" pitchFamily="18" charset="0"/>
              </a:rPr>
              <a:t>Submitted to: </a:t>
            </a:r>
          </a:p>
          <a:p>
            <a:r>
              <a:rPr lang="en-US" dirty="0">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Professor Joey Paquet</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275" y="401320"/>
            <a:ext cx="2895600" cy="1325563"/>
          </a:xfrm>
        </p:spPr>
        <p:txBody>
          <a:bodyPr>
            <a:normAutofit/>
          </a:bodyPr>
          <a:lstStyle/>
          <a:p>
            <a:r>
              <a:rPr lang="en-US" sz="3600" dirty="0">
                <a:latin typeface="Times New Roman" panose="02020603050405020304" pitchFamily="18" charset="0"/>
                <a:cs typeface="Times New Roman" panose="02020603050405020304" pitchFamily="18" charset="0"/>
              </a:rPr>
              <a:t>AGENDA</a:t>
            </a:r>
          </a:p>
        </p:txBody>
      </p:sp>
      <p:sp>
        <p:nvSpPr>
          <p:cNvPr id="3" name="Content Placeholder 2"/>
          <p:cNvSpPr>
            <a:spLocks noGrp="1"/>
          </p:cNvSpPr>
          <p:nvPr>
            <p:ph idx="1"/>
          </p:nvPr>
        </p:nvSpPr>
        <p:spPr>
          <a:xfrm>
            <a:off x="1295400" y="2362200"/>
            <a:ext cx="2895600" cy="2519363"/>
          </a:xfrm>
        </p:spPr>
        <p:txBody>
          <a:bodyPr>
            <a:noAutofit/>
          </a:bodyPr>
          <a:lstStyle/>
          <a:p>
            <a:r>
              <a:rPr lang="en-US" sz="1800" b="1" dirty="0">
                <a:latin typeface="Times New Roman" panose="02020603050405020304" pitchFamily="18" charset="0"/>
                <a:cs typeface="Times New Roman" panose="02020603050405020304" pitchFamily="18" charset="0"/>
              </a:rPr>
              <a:t>Architecture Diagram</a:t>
            </a:r>
          </a:p>
          <a:p>
            <a:r>
              <a:rPr lang="en-US" sz="1800" b="1" dirty="0">
                <a:latin typeface="Times New Roman" panose="02020603050405020304" pitchFamily="18" charset="0"/>
                <a:cs typeface="Times New Roman" panose="02020603050405020304" pitchFamily="18" charset="0"/>
              </a:rPr>
              <a:t>Adapter Pattern</a:t>
            </a:r>
          </a:p>
          <a:p>
            <a:r>
              <a:rPr lang="en-US" sz="1800" b="1" dirty="0">
                <a:latin typeface="Times New Roman" panose="02020603050405020304" pitchFamily="18" charset="0"/>
                <a:cs typeface="Times New Roman" panose="02020603050405020304" pitchFamily="18" charset="0"/>
                <a:sym typeface="+mn-ea"/>
              </a:rPr>
              <a:t>Adapter Pattern Usage</a:t>
            </a:r>
            <a:endParaRPr lang="en-US" sz="1800" b="1"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Strategy Pattern</a:t>
            </a:r>
          </a:p>
          <a:p>
            <a:endParaRPr lang="en-US" sz="18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5536305" y="6356350"/>
            <a:ext cx="987552" cy="365125"/>
          </a:xfrm>
        </p:spPr>
        <p:txBody>
          <a:bodyPr/>
          <a:lstStyle/>
          <a:p>
            <a:fld id="{A49DFD55-3C28-40EF-9E31-A92D2E4017FF}"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702" y="93746"/>
            <a:ext cx="8991600" cy="940552"/>
          </a:xfrm>
        </p:spPr>
        <p:txBody>
          <a:bodyPr>
            <a:noAutofit/>
          </a:bodyPr>
          <a:lstStyle/>
          <a:p>
            <a:r>
              <a:rPr lang="en-US" sz="3800" b="1" dirty="0">
                <a:latin typeface="Times New Roman" panose="02020603050405020304" pitchFamily="18" charset="0"/>
                <a:cs typeface="Times New Roman" panose="02020603050405020304" pitchFamily="18" charset="0"/>
              </a:rPr>
              <a:t>ARCHITECTURE   DIAGRAM</a:t>
            </a:r>
          </a:p>
        </p:txBody>
      </p:sp>
      <p:sp>
        <p:nvSpPr>
          <p:cNvPr id="6" name="Slide Number Placeholder 5"/>
          <p:cNvSpPr>
            <a:spLocks noGrp="1"/>
          </p:cNvSpPr>
          <p:nvPr>
            <p:ph type="sldNum" sz="quarter" idx="12"/>
          </p:nvPr>
        </p:nvSpPr>
        <p:spPr/>
        <p:txBody>
          <a:bodyPr/>
          <a:lstStyle/>
          <a:p>
            <a:fld id="{A49DFD55-3C28-40EF-9E31-A92D2E4017FF}" type="slidenum">
              <a:rPr lang="en-US" smtClean="0"/>
              <a:t>3</a:t>
            </a:fld>
            <a:endParaRPr lang="en-US" dirty="0"/>
          </a:p>
        </p:txBody>
      </p:sp>
      <p:sp>
        <p:nvSpPr>
          <p:cNvPr id="3" name="Text Placeholder 2"/>
          <p:cNvSpPr>
            <a:spLocks noGrp="1"/>
          </p:cNvSpPr>
          <p:nvPr>
            <p:ph type="body" idx="4294967295"/>
          </p:nvPr>
        </p:nvSpPr>
        <p:spPr>
          <a:xfrm>
            <a:off x="1314702" y="1412039"/>
            <a:ext cx="9834562" cy="4411663"/>
          </a:xfrm>
        </p:spPr>
        <p:txBody>
          <a:bodyPr>
            <a:normAutofit/>
          </a:bodyPr>
          <a:lstStyle/>
          <a:p>
            <a:pPr algn="just">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7952A89-4C80-39C7-E857-1F82CF47188E}"/>
              </a:ext>
            </a:extLst>
          </p:cNvPr>
          <p:cNvPicPr>
            <a:picLocks noChangeAspect="1"/>
          </p:cNvPicPr>
          <p:nvPr/>
        </p:nvPicPr>
        <p:blipFill rotWithShape="1">
          <a:blip r:embed="rId2"/>
          <a:srcRect r="908"/>
          <a:stretch/>
        </p:blipFill>
        <p:spPr>
          <a:xfrm>
            <a:off x="-1" y="769545"/>
            <a:ext cx="12192001" cy="58485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9515" y="408940"/>
            <a:ext cx="5496560" cy="940435"/>
          </a:xfrm>
        </p:spPr>
        <p:txBody>
          <a:bodyPr>
            <a:noAutofit/>
          </a:bodyPr>
          <a:lstStyle/>
          <a:p>
            <a:r>
              <a:rPr lang="en-US" sz="3800" b="1" dirty="0">
                <a:latin typeface="Times New Roman" panose="02020603050405020304" pitchFamily="18" charset="0"/>
                <a:cs typeface="Times New Roman" panose="02020603050405020304" pitchFamily="18" charset="0"/>
              </a:rPr>
              <a:t>ADAPTER Pattern</a:t>
            </a:r>
          </a:p>
        </p:txBody>
      </p:sp>
      <p:sp>
        <p:nvSpPr>
          <p:cNvPr id="6" name="Slide Number Placeholder 5"/>
          <p:cNvSpPr>
            <a:spLocks noGrp="1"/>
          </p:cNvSpPr>
          <p:nvPr>
            <p:ph type="sldNum" sz="quarter" idx="12"/>
          </p:nvPr>
        </p:nvSpPr>
        <p:spPr/>
        <p:txBody>
          <a:bodyPr/>
          <a:lstStyle/>
          <a:p>
            <a:fld id="{A49DFD55-3C28-40EF-9E31-A92D2E4017FF}" type="slidenum">
              <a:rPr lang="en-US" smtClean="0"/>
              <a:t>4</a:t>
            </a:fld>
            <a:endParaRPr lang="en-US" dirty="0"/>
          </a:p>
        </p:txBody>
      </p:sp>
      <p:sp>
        <p:nvSpPr>
          <p:cNvPr id="3" name="Text Placeholder 2"/>
          <p:cNvSpPr>
            <a:spLocks noGrp="1"/>
          </p:cNvSpPr>
          <p:nvPr>
            <p:ph type="body" idx="4294967295"/>
          </p:nvPr>
        </p:nvSpPr>
        <p:spPr>
          <a:xfrm>
            <a:off x="1314702" y="1412039"/>
            <a:ext cx="9834562" cy="4411663"/>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Adapter Pattern is a structural design pattern that allows objects with incompatible interfaces to work together. In our code, the Adapter Pattern is utilized to adapt the interface of ConquestMapFileReader and ConquestMapFileWriter to match the MapFileReader and MapFileWriter interfaces respectively.</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Following slides describe </a:t>
            </a:r>
            <a:r>
              <a:rPr lang="en-US" sz="2000" dirty="0">
                <a:latin typeface="Times New Roman" panose="02020603050405020304" pitchFamily="18" charset="0"/>
                <a:cs typeface="Times New Roman" panose="02020603050405020304" pitchFamily="18" charset="0"/>
                <a:sym typeface="+mn-ea"/>
              </a:rPr>
              <a:t>how the Adapter Pattern has been used in the code.</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9515" y="408940"/>
            <a:ext cx="5496560" cy="940435"/>
          </a:xfrm>
        </p:spPr>
        <p:txBody>
          <a:bodyPr>
            <a:noAutofit/>
          </a:bodyPr>
          <a:lstStyle/>
          <a:p>
            <a:r>
              <a:rPr lang="en-US" sz="3800" b="1" dirty="0">
                <a:latin typeface="Times New Roman" panose="02020603050405020304" pitchFamily="18" charset="0"/>
                <a:cs typeface="Times New Roman" panose="02020603050405020304" pitchFamily="18" charset="0"/>
              </a:rPr>
              <a:t>ADAPTER Pattern USAGE</a:t>
            </a:r>
          </a:p>
        </p:txBody>
      </p:sp>
      <p:sp>
        <p:nvSpPr>
          <p:cNvPr id="6" name="Slide Number Placeholder 5"/>
          <p:cNvSpPr>
            <a:spLocks noGrp="1"/>
          </p:cNvSpPr>
          <p:nvPr>
            <p:ph type="sldNum" sz="quarter" idx="12"/>
          </p:nvPr>
        </p:nvSpPr>
        <p:spPr/>
        <p:txBody>
          <a:bodyPr/>
          <a:lstStyle/>
          <a:p>
            <a:fld id="{A49DFD55-3C28-40EF-9E31-A92D2E4017FF}" type="slidenum">
              <a:rPr lang="en-US" smtClean="0"/>
              <a:t>5</a:t>
            </a:fld>
            <a:endParaRPr lang="en-US" dirty="0"/>
          </a:p>
        </p:txBody>
      </p:sp>
      <p:sp>
        <p:nvSpPr>
          <p:cNvPr id="3" name="Text Placeholder 2"/>
          <p:cNvSpPr>
            <a:spLocks noGrp="1"/>
          </p:cNvSpPr>
          <p:nvPr>
            <p:ph type="body" idx="4294967295"/>
          </p:nvPr>
        </p:nvSpPr>
        <p:spPr>
          <a:xfrm>
            <a:off x="720725" y="1412240"/>
            <a:ext cx="10427970" cy="4411980"/>
          </a:xfrm>
        </p:spPr>
        <p:txBody>
          <a:bodyPr>
            <a:noAutofit/>
          </a:bodyPr>
          <a:lstStyle/>
          <a:p>
            <a:pPr marL="0" indent="0" algn="just">
              <a:lnSpc>
                <a:spcPct val="150000"/>
              </a:lnSpc>
              <a:buNone/>
            </a:pPr>
            <a:r>
              <a:rPr lang="en-US" sz="1600" b="1" u="sng" dirty="0">
                <a:latin typeface="Times New Roman" panose="02020603050405020304" pitchFamily="18" charset="0"/>
                <a:cs typeface="Times New Roman" panose="02020603050405020304" pitchFamily="18" charset="0"/>
              </a:rPr>
              <a:t>MapReaderAdapter Class:</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Role</a:t>
            </a:r>
            <a:r>
              <a:rPr lang="en-US" sz="1600" dirty="0">
                <a:latin typeface="Times New Roman" panose="02020603050405020304" pitchFamily="18" charset="0"/>
                <a:cs typeface="Times New Roman" panose="02020603050405020304" pitchFamily="18" charset="0"/>
              </a:rPr>
              <a:t>: Adapter for ConquestMapFileReader.</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Inheritance</a:t>
            </a:r>
            <a:r>
              <a:rPr lang="en-US" sz="1600" dirty="0">
                <a:latin typeface="Times New Roman" panose="02020603050405020304" pitchFamily="18" charset="0"/>
                <a:cs typeface="Times New Roman" panose="02020603050405020304" pitchFamily="18" charset="0"/>
              </a:rPr>
              <a:t>: MapReaderAdapter extends MapFileReader. This means it can be used wherever a MapFileReader is expected.</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Composition</a:t>
            </a:r>
            <a:r>
              <a:rPr lang="en-US" sz="1600" dirty="0">
                <a:latin typeface="Times New Roman" panose="02020603050405020304" pitchFamily="18" charset="0"/>
                <a:cs typeface="Times New Roman" panose="02020603050405020304" pitchFamily="18" charset="0"/>
              </a:rPr>
              <a:t>: The MapReaderAdapter class has a private member variable l_conquestMapFileReader of type ConquestMapFileReader.</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Delegation</a:t>
            </a:r>
            <a:r>
              <a:rPr lang="en-US" sz="1600" dirty="0">
                <a:latin typeface="Times New Roman" panose="02020603050405020304" pitchFamily="18" charset="0"/>
                <a:cs typeface="Times New Roman" panose="02020603050405020304" pitchFamily="18" charset="0"/>
              </a:rPr>
              <a:t>: The parseMapFile method in MapReaderAdapter doesn't implement the parsing logic itself. Instead, it delegates the parsing task to the readConquestFile method of l_conquestMapFileReader. This way, the MapReaderAdapter acts as a bridge between MapFileReader and ConquestMapFileReader, making ConquestMapFileReader compatible with the MapFileReader interface.</a:t>
            </a: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9515" y="408940"/>
            <a:ext cx="5496560" cy="940435"/>
          </a:xfrm>
        </p:spPr>
        <p:txBody>
          <a:bodyPr>
            <a:noAutofit/>
          </a:bodyPr>
          <a:lstStyle/>
          <a:p>
            <a:r>
              <a:rPr lang="en-US" sz="3800" b="1" dirty="0">
                <a:latin typeface="Times New Roman" panose="02020603050405020304" pitchFamily="18" charset="0"/>
                <a:cs typeface="Times New Roman" panose="02020603050405020304" pitchFamily="18" charset="0"/>
              </a:rPr>
              <a:t>ADAPTER Pattern USAGE</a:t>
            </a:r>
          </a:p>
        </p:txBody>
      </p:sp>
      <p:sp>
        <p:nvSpPr>
          <p:cNvPr id="6" name="Slide Number Placeholder 5"/>
          <p:cNvSpPr>
            <a:spLocks noGrp="1"/>
          </p:cNvSpPr>
          <p:nvPr>
            <p:ph type="sldNum" sz="quarter" idx="12"/>
          </p:nvPr>
        </p:nvSpPr>
        <p:spPr/>
        <p:txBody>
          <a:bodyPr/>
          <a:lstStyle/>
          <a:p>
            <a:fld id="{A49DFD55-3C28-40EF-9E31-A92D2E4017FF}" type="slidenum">
              <a:rPr lang="en-US" smtClean="0"/>
              <a:t>6</a:t>
            </a:fld>
            <a:endParaRPr lang="en-US" dirty="0"/>
          </a:p>
        </p:txBody>
      </p:sp>
      <p:sp>
        <p:nvSpPr>
          <p:cNvPr id="3" name="Text Placeholder 2"/>
          <p:cNvSpPr>
            <a:spLocks noGrp="1"/>
          </p:cNvSpPr>
          <p:nvPr>
            <p:ph type="body" idx="4294967295"/>
          </p:nvPr>
        </p:nvSpPr>
        <p:spPr>
          <a:xfrm>
            <a:off x="720725" y="1412240"/>
            <a:ext cx="10427970" cy="4411980"/>
          </a:xfrm>
        </p:spPr>
        <p:txBody>
          <a:bodyPr>
            <a:noAutofit/>
          </a:bodyPr>
          <a:lstStyle/>
          <a:p>
            <a:pPr marL="0" indent="0" algn="just">
              <a:lnSpc>
                <a:spcPct val="150000"/>
              </a:lnSpc>
              <a:buNone/>
            </a:pPr>
            <a:r>
              <a:rPr lang="en-US" sz="1600" b="1" u="sng" dirty="0">
                <a:latin typeface="Times New Roman" panose="02020603050405020304" pitchFamily="18" charset="0"/>
                <a:cs typeface="Times New Roman" panose="02020603050405020304" pitchFamily="18" charset="0"/>
              </a:rPr>
              <a:t>MapWriterAdapter Class:</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Role</a:t>
            </a:r>
            <a:r>
              <a:rPr lang="en-US" sz="1600" dirty="0">
                <a:latin typeface="Times New Roman" panose="02020603050405020304" pitchFamily="18" charset="0"/>
                <a:cs typeface="Times New Roman" panose="02020603050405020304" pitchFamily="18" charset="0"/>
              </a:rPr>
              <a:t>: Adapter for ConquestMapFileWriter.</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Inheritance</a:t>
            </a:r>
            <a:r>
              <a:rPr lang="en-US" sz="1600" dirty="0">
                <a:latin typeface="Times New Roman" panose="02020603050405020304" pitchFamily="18" charset="0"/>
                <a:cs typeface="Times New Roman" panose="02020603050405020304" pitchFamily="18" charset="0"/>
              </a:rPr>
              <a:t>: MapWriterAdapter extends MapFileWriter, allowing it to be used wherever a MapFileWriter is expected.</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Composition</a:t>
            </a:r>
            <a:r>
              <a:rPr lang="en-US" sz="1600" dirty="0">
                <a:latin typeface="Times New Roman" panose="02020603050405020304" pitchFamily="18" charset="0"/>
                <a:cs typeface="Times New Roman" panose="02020603050405020304" pitchFamily="18" charset="0"/>
              </a:rPr>
              <a:t>: Similar to MapReaderAdapter, MapWriterAdapter has a private member variable l_conquestMapFileWriter of type ConquestMapFileWriter.</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Delegation</a:t>
            </a:r>
            <a:r>
              <a:rPr lang="en-US" sz="1600" dirty="0">
                <a:latin typeface="Times New Roman" panose="02020603050405020304" pitchFamily="18" charset="0"/>
                <a:cs typeface="Times New Roman" panose="02020603050405020304" pitchFamily="18" charset="0"/>
              </a:rPr>
              <a:t>: The parseMapToFile method in MapWriterAdapter delegates the task of parsing the map file to the parseMapToFile method of l_conquestMapFileWriter. This allows ConquestMapFileWriter to be used in a context where MapFileWriter is required.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942" y="449220"/>
            <a:ext cx="4712368" cy="940552"/>
          </a:xfrm>
        </p:spPr>
        <p:txBody>
          <a:bodyPr>
            <a:noAutofit/>
          </a:bodyPr>
          <a:lstStyle/>
          <a:p>
            <a:r>
              <a:rPr lang="en-US" sz="2400" b="1" cap="none" dirty="0">
                <a:latin typeface="Times New Roman" panose="02020603050405020304" pitchFamily="18" charset="0"/>
                <a:cs typeface="Times New Roman" panose="02020603050405020304" pitchFamily="18" charset="0"/>
              </a:rPr>
              <a:t>Adapter Pattern</a:t>
            </a:r>
            <a:r>
              <a:rPr lang="en-US" sz="3800" b="1" cap="none" dirty="0">
                <a:latin typeface="Times New Roman" panose="02020603050405020304" pitchFamily="18" charset="0"/>
                <a:cs typeface="Times New Roman" panose="02020603050405020304" pitchFamily="18" charset="0"/>
              </a:rPr>
              <a:t>:</a:t>
            </a:r>
          </a:p>
        </p:txBody>
      </p:sp>
      <p:sp>
        <p:nvSpPr>
          <p:cNvPr id="6" name="Slide Number Placeholder 5"/>
          <p:cNvSpPr>
            <a:spLocks noGrp="1"/>
          </p:cNvSpPr>
          <p:nvPr>
            <p:ph type="sldNum" sz="quarter" idx="12"/>
          </p:nvPr>
        </p:nvSpPr>
        <p:spPr/>
        <p:txBody>
          <a:bodyPr/>
          <a:lstStyle/>
          <a:p>
            <a:fld id="{A49DFD55-3C28-40EF-9E31-A92D2E4017FF}" type="slidenum">
              <a:rPr lang="en-US" smtClean="0"/>
              <a:t>7</a:t>
            </a:fld>
            <a:endParaRPr lang="en-US" dirty="0"/>
          </a:p>
        </p:txBody>
      </p:sp>
      <p:pic>
        <p:nvPicPr>
          <p:cNvPr id="4" name="Picture 3">
            <a:extLst>
              <a:ext uri="{FF2B5EF4-FFF2-40B4-BE49-F238E27FC236}">
                <a16:creationId xmlns:a16="http://schemas.microsoft.com/office/drawing/2014/main" id="{A623E4BB-8733-74EA-4395-6705DEF58F04}"/>
              </a:ext>
            </a:extLst>
          </p:cNvPr>
          <p:cNvPicPr>
            <a:picLocks noChangeAspect="1"/>
          </p:cNvPicPr>
          <p:nvPr/>
        </p:nvPicPr>
        <p:blipFill>
          <a:blip r:embed="rId2"/>
          <a:stretch>
            <a:fillRect/>
          </a:stretch>
        </p:blipFill>
        <p:spPr>
          <a:xfrm>
            <a:off x="2913085" y="1365453"/>
            <a:ext cx="6365829" cy="49416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63" y="409115"/>
            <a:ext cx="6063699" cy="940552"/>
          </a:xfrm>
        </p:spPr>
        <p:txBody>
          <a:bodyPr>
            <a:noAutofit/>
          </a:bodyPr>
          <a:lstStyle/>
          <a:p>
            <a:r>
              <a:rPr lang="en-US" sz="3800" b="1" dirty="0">
                <a:latin typeface="Times New Roman" panose="02020603050405020304" pitchFamily="18" charset="0"/>
                <a:cs typeface="Times New Roman" panose="02020603050405020304" pitchFamily="18" charset="0"/>
              </a:rPr>
              <a:t>STRATEGY Pattern</a:t>
            </a:r>
          </a:p>
        </p:txBody>
      </p:sp>
      <p:sp>
        <p:nvSpPr>
          <p:cNvPr id="6" name="Slide Number Placeholder 5"/>
          <p:cNvSpPr>
            <a:spLocks noGrp="1"/>
          </p:cNvSpPr>
          <p:nvPr>
            <p:ph type="sldNum" sz="quarter" idx="12"/>
          </p:nvPr>
        </p:nvSpPr>
        <p:spPr/>
        <p:txBody>
          <a:bodyPr/>
          <a:lstStyle/>
          <a:p>
            <a:fld id="{A49DFD55-3C28-40EF-9E31-A92D2E4017FF}" type="slidenum">
              <a:rPr lang="en-US" smtClean="0"/>
              <a:t>8</a:t>
            </a:fld>
            <a:endParaRPr lang="en-US" dirty="0"/>
          </a:p>
        </p:txBody>
      </p:sp>
      <p:sp>
        <p:nvSpPr>
          <p:cNvPr id="3" name="Text Placeholder 2"/>
          <p:cNvSpPr>
            <a:spLocks noGrp="1"/>
          </p:cNvSpPr>
          <p:nvPr>
            <p:ph type="body" idx="4294967295"/>
          </p:nvPr>
        </p:nvSpPr>
        <p:spPr>
          <a:xfrm>
            <a:off x="901065" y="1412240"/>
            <a:ext cx="10247630" cy="4411980"/>
          </a:xfrm>
        </p:spPr>
        <p:txBody>
          <a:bodyPr>
            <a:normAutofit fontScale="90000"/>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Strategy Pattern in Player Class:</a:t>
            </a:r>
          </a:p>
          <a:p>
            <a:pPr algn="just">
              <a:lnSpc>
                <a:spcPct val="150000"/>
              </a:lnSpc>
            </a:pPr>
            <a:r>
              <a:rPr lang="en-US" sz="2000" b="1" dirty="0">
                <a:latin typeface="Times New Roman" panose="02020603050405020304" pitchFamily="18" charset="0"/>
                <a:cs typeface="Times New Roman" panose="02020603050405020304" pitchFamily="18" charset="0"/>
              </a:rPr>
              <a:t>Strategy Interface:</a:t>
            </a:r>
            <a:r>
              <a:rPr lang="en-US" sz="2000" dirty="0">
                <a:latin typeface="Times New Roman" panose="02020603050405020304" pitchFamily="18" charset="0"/>
                <a:cs typeface="Times New Roman" panose="02020603050405020304" pitchFamily="18" charset="0"/>
              </a:rPr>
              <a:t> Introduced PlayerBehaviorStrategy as the strategy interface for player behaviors.</a:t>
            </a:r>
          </a:p>
          <a:p>
            <a:pPr algn="just">
              <a:lnSpc>
                <a:spcPct val="150000"/>
              </a:lnSpc>
            </a:pPr>
            <a:r>
              <a:rPr lang="en-US" sz="2000" b="1" dirty="0">
                <a:latin typeface="Times New Roman" panose="02020603050405020304" pitchFamily="18" charset="0"/>
                <a:cs typeface="Times New Roman" panose="02020603050405020304" pitchFamily="18" charset="0"/>
              </a:rPr>
              <a:t>Strategy Attribute: </a:t>
            </a:r>
            <a:r>
              <a:rPr lang="en-US" sz="2000" dirty="0">
                <a:latin typeface="Times New Roman" panose="02020603050405020304" pitchFamily="18" charset="0"/>
                <a:cs typeface="Times New Roman" panose="02020603050405020304" pitchFamily="18" charset="0"/>
              </a:rPr>
              <a:t>Added d_playerBehaviorStrategy in Player class to hold an instance of the behavior strategy.</a:t>
            </a:r>
          </a:p>
          <a:p>
            <a:pPr algn="just">
              <a:lnSpc>
                <a:spcPct val="150000"/>
              </a:lnSpc>
            </a:pPr>
            <a:r>
              <a:rPr lang="en-US" sz="2000" b="1" dirty="0">
                <a:latin typeface="Times New Roman" panose="02020603050405020304" pitchFamily="18" charset="0"/>
                <a:cs typeface="Times New Roman" panose="02020603050405020304" pitchFamily="18" charset="0"/>
              </a:rPr>
              <a:t>Setting Strategy: </a:t>
            </a:r>
            <a:r>
              <a:rPr lang="en-US" sz="2000" dirty="0">
                <a:latin typeface="Times New Roman" panose="02020603050405020304" pitchFamily="18" charset="0"/>
                <a:cs typeface="Times New Roman" panose="02020603050405020304" pitchFamily="18" charset="0"/>
              </a:rPr>
              <a:t>Implemented setStrategy() method to dynamically assign a strategy to the player.</a:t>
            </a:r>
          </a:p>
          <a:p>
            <a:pPr algn="just">
              <a:lnSpc>
                <a:spcPct val="150000"/>
              </a:lnSpc>
            </a:pPr>
            <a:r>
              <a:rPr lang="en-US" sz="2000" b="1" dirty="0">
                <a:latin typeface="Times New Roman" panose="02020603050405020304" pitchFamily="18" charset="0"/>
                <a:cs typeface="Times New Roman" panose="02020603050405020304" pitchFamily="18" charset="0"/>
              </a:rPr>
              <a:t>Using Strategy:</a:t>
            </a:r>
            <a:r>
              <a:rPr lang="en-US" sz="2000" dirty="0">
                <a:latin typeface="Times New Roman" panose="02020603050405020304" pitchFamily="18" charset="0"/>
                <a:cs typeface="Times New Roman" panose="02020603050405020304" pitchFamily="18" charset="0"/>
              </a:rPr>
              <a:t> Utilized strategy in getPlayerOrder() to delegate order creation and in other methods like checkForMoreOrders() and createDeployOrder() for behavior-based decision-making.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567" y="320298"/>
            <a:ext cx="4712368" cy="940552"/>
          </a:xfrm>
        </p:spPr>
        <p:txBody>
          <a:bodyPr>
            <a:noAutofit/>
          </a:bodyPr>
          <a:lstStyle/>
          <a:p>
            <a:r>
              <a:rPr lang="en-US" sz="2400" b="1" cap="none" dirty="0">
                <a:latin typeface="Times New Roman" panose="02020603050405020304" pitchFamily="18" charset="0"/>
                <a:cs typeface="Times New Roman" panose="02020603050405020304" pitchFamily="18" charset="0"/>
              </a:rPr>
              <a:t>Strategy Pattern</a:t>
            </a:r>
            <a:r>
              <a:rPr lang="en-US" sz="3800" b="1" cap="none" dirty="0">
                <a:latin typeface="Times New Roman" panose="02020603050405020304" pitchFamily="18" charset="0"/>
                <a:cs typeface="Times New Roman" panose="02020603050405020304" pitchFamily="18" charset="0"/>
              </a:rPr>
              <a:t>:</a:t>
            </a:r>
          </a:p>
        </p:txBody>
      </p:sp>
      <p:sp>
        <p:nvSpPr>
          <p:cNvPr id="6" name="Slide Number Placeholder 5"/>
          <p:cNvSpPr>
            <a:spLocks noGrp="1"/>
          </p:cNvSpPr>
          <p:nvPr>
            <p:ph type="sldNum" sz="quarter" idx="12"/>
          </p:nvPr>
        </p:nvSpPr>
        <p:spPr/>
        <p:txBody>
          <a:bodyPr/>
          <a:lstStyle/>
          <a:p>
            <a:fld id="{A49DFD55-3C28-40EF-9E31-A92D2E4017FF}" type="slidenum">
              <a:rPr lang="en-US" smtClean="0"/>
              <a:t>9</a:t>
            </a:fld>
            <a:endParaRPr lang="en-US" dirty="0"/>
          </a:p>
        </p:txBody>
      </p:sp>
      <p:pic>
        <p:nvPicPr>
          <p:cNvPr id="4" name="Picture 3">
            <a:extLst>
              <a:ext uri="{FF2B5EF4-FFF2-40B4-BE49-F238E27FC236}">
                <a16:creationId xmlns:a16="http://schemas.microsoft.com/office/drawing/2014/main" id="{7EFD01D3-4B57-F4D0-C5FE-FFD233211CE2}"/>
              </a:ext>
            </a:extLst>
          </p:cNvPr>
          <p:cNvPicPr>
            <a:picLocks noChangeAspect="1"/>
          </p:cNvPicPr>
          <p:nvPr/>
        </p:nvPicPr>
        <p:blipFill>
          <a:blip r:embed="rId2"/>
          <a:stretch>
            <a:fillRect/>
          </a:stretch>
        </p:blipFill>
        <p:spPr>
          <a:xfrm>
            <a:off x="3045434" y="1124325"/>
            <a:ext cx="6101131" cy="559715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29137" y="2807369"/>
            <a:ext cx="5283467" cy="880539"/>
          </a:xfrm>
        </p:spPr>
        <p:txBody>
          <a:bodyPr/>
          <a:lstStyle/>
          <a:p>
            <a:r>
              <a:rPr lang="en-US" sz="4000" b="1" dirty="0">
                <a:latin typeface="Times New Roman" panose="02020603050405020304" pitchFamily="18" charset="0"/>
                <a:cs typeface="Times New Roman" panose="02020603050405020304" pitchFamily="18" charset="0"/>
              </a:rPr>
              <a:t>THANK YOU </a:t>
            </a:r>
          </a:p>
        </p:txBody>
      </p:sp>
    </p:spTree>
  </p:cSld>
  <p:clrMapOvr>
    <a:masterClrMapping/>
  </p:clrMapOvr>
</p:sld>
</file>

<file path=ppt/theme/theme1.xml><?xml version="1.0" encoding="utf-8"?>
<a:theme xmlns:a="http://schemas.openxmlformats.org/drawingml/2006/main" name="Office Them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5826B4-4DD2-4A9B-8D6D-E91CF9C2316C}">
  <ds:schemaRefs/>
</ds:datastoreItem>
</file>

<file path=customXml/itemProps2.xml><?xml version="1.0" encoding="utf-8"?>
<ds:datastoreItem xmlns:ds="http://schemas.openxmlformats.org/officeDocument/2006/customXml" ds:itemID="{4CC7F809-A434-4A8D-A127-1C50C2DB3890}">
  <ds:schemaRefs/>
</ds:datastoreItem>
</file>

<file path=customXml/itemProps3.xml><?xml version="1.0" encoding="utf-8"?>
<ds:datastoreItem xmlns:ds="http://schemas.openxmlformats.org/officeDocument/2006/customXml" ds:itemID="{00E6EE1E-660B-46C6-AC21-8E505FB9574F}">
  <ds:schemaRefs/>
</ds:datastoreItem>
</file>

<file path=docProps/app.xml><?xml version="1.0" encoding="utf-8"?>
<Properties xmlns="http://schemas.openxmlformats.org/officeDocument/2006/extended-properties" xmlns:vt="http://schemas.openxmlformats.org/officeDocument/2006/docPropsVTypes">
  <Template>Minimalist presentation</Template>
  <TotalTime>8</TotalTime>
  <Words>407</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Tenorite</vt:lpstr>
      <vt:lpstr>Times New Roman</vt:lpstr>
      <vt:lpstr>Office Theme</vt:lpstr>
      <vt:lpstr>SoEN 6441 Advanced Programming Practices Project   -Winter 2024</vt:lpstr>
      <vt:lpstr>AGENDA</vt:lpstr>
      <vt:lpstr>ARCHITECTURE   DIAGRAM</vt:lpstr>
      <vt:lpstr>ADAPTER Pattern</vt:lpstr>
      <vt:lpstr>ADAPTER Pattern USAGE</vt:lpstr>
      <vt:lpstr>ADAPTER Pattern USAGE</vt:lpstr>
      <vt:lpstr>Adapter Pattern:</vt:lpstr>
      <vt:lpstr>STRATEGY Pattern</vt:lpstr>
      <vt:lpstr>Strategy Pattern: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SoEN 6441 Advanced Programming practices Project – Winter 2024</dc:title>
  <dc:creator>Vinisha Kora Venkatesalu</dc:creator>
  <cp:lastModifiedBy>Jayasurya Pazhani</cp:lastModifiedBy>
  <cp:revision>14</cp:revision>
  <dcterms:created xsi:type="dcterms:W3CDTF">2024-02-18T20:12:00Z</dcterms:created>
  <dcterms:modified xsi:type="dcterms:W3CDTF">2024-04-10T02:39:16Z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ICV">
    <vt:lpwstr>9C2B2C082E9443AAA6393906283228F6_13</vt:lpwstr>
  </property>
  <property fmtid="{D5CDD505-2E9C-101B-9397-08002B2CF9AE}" pid="5" name="KSOProductBuildVer">
    <vt:lpwstr>1033-12.2.0.13489</vt:lpwstr>
  </property>
</Properties>
</file>